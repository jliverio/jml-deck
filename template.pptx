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75.xml" ContentType="application/vnd.openxmlformats-officedocument.presentationml.tags+xml"/>
  <Override PartName="/ppt/notesSlides/notesSlide2.xml" ContentType="application/vnd.openxmlformats-officedocument.presentationml.notesSlide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notesSlides/notesSlide3.xml" ContentType="application/vnd.openxmlformats-officedocument.presentationml.notesSlide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  <p:sldMasterId id="2147484239" r:id="rId2"/>
    <p:sldMasterId id="2147484245" r:id="rId3"/>
  </p:sldMasterIdLst>
  <p:notesMasterIdLst>
    <p:notesMasterId r:id="rId13"/>
  </p:notesMasterIdLst>
  <p:handoutMasterIdLst>
    <p:handoutMasterId r:id="rId14"/>
  </p:handoutMasterIdLst>
  <p:sldIdLst>
    <p:sldId id="2147471472" r:id="rId4"/>
    <p:sldId id="2147473369" r:id="rId5"/>
    <p:sldId id="2147471492" r:id="rId6"/>
    <p:sldId id="2147471370" r:id="rId7"/>
    <p:sldId id="2147472133" r:id="rId8"/>
    <p:sldId id="2147472281" r:id="rId9"/>
    <p:sldId id="2147472134" r:id="rId10"/>
    <p:sldId id="2147473374" r:id="rId11"/>
    <p:sldId id="2147472135" r:id="rId12"/>
  </p:sldIdLst>
  <p:sldSz cx="12192000" cy="6858000"/>
  <p:notesSz cx="6858000" cy="9144000"/>
  <p:custDataLst>
    <p:tags r:id="rId1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0"/>
    <p:restoredTop sz="93599"/>
  </p:normalViewPr>
  <p:slideViewPr>
    <p:cSldViewPr snapToGrid="0" showGuides="1">
      <p:cViewPr varScale="1">
        <p:scale>
          <a:sx n="107" d="100"/>
          <a:sy n="107" d="100"/>
        </p:scale>
        <p:origin x="1296" y="168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10/10/26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10/10/26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43125" rIns="86250" bIns="43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Google Shape;1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9734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ECCAD-C567-0F82-97BA-768ED3518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45C5C-BD55-5390-36EE-F962250A5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40563-B639-00FD-E7B9-1F15E7676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0846C-9DD8-BB2C-AE0E-BFC34F7B2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B004ED-FCD2-DD41-8B7E-B151A8FFCCA1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3321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CD82C-8186-9E41-8B8B-F66E4066A413}" type="slidenum">
              <a:rPr lang="en-DK" smtClean="0"/>
              <a:pPr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8333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1c8f820323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43125" rIns="86250" bIns="43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2200"/>
          </a:p>
        </p:txBody>
      </p:sp>
      <p:sp>
        <p:nvSpPr>
          <p:cNvPr id="333" name="Google Shape;333;g11c8f82032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29768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6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92.xml"/><Relationship Id="rId4" Type="http://schemas.openxmlformats.org/officeDocument/2006/relationships/tags" Target="../tags/tag9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97.xml"/><Relationship Id="rId4" Type="http://schemas.openxmlformats.org/officeDocument/2006/relationships/tags" Target="../tags/tag96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02.xml"/><Relationship Id="rId4" Type="http://schemas.openxmlformats.org/officeDocument/2006/relationships/tags" Target="../tags/tag10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06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13" Type="http://schemas.openxmlformats.org/officeDocument/2006/relationships/tags" Target="../tags/tag119.xml"/><Relationship Id="rId3" Type="http://schemas.openxmlformats.org/officeDocument/2006/relationships/tags" Target="../tags/tag109.xml"/><Relationship Id="rId7" Type="http://schemas.openxmlformats.org/officeDocument/2006/relationships/tags" Target="../tags/tag113.xml"/><Relationship Id="rId12" Type="http://schemas.openxmlformats.org/officeDocument/2006/relationships/tags" Target="../tags/tag118.xml"/><Relationship Id="rId17" Type="http://schemas.openxmlformats.org/officeDocument/2006/relationships/slideMaster" Target="../slideMasters/slideMaster2.xml"/><Relationship Id="rId2" Type="http://schemas.openxmlformats.org/officeDocument/2006/relationships/tags" Target="../tags/tag108.xml"/><Relationship Id="rId16" Type="http://schemas.openxmlformats.org/officeDocument/2006/relationships/tags" Target="../tags/tag122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tags" Target="../tags/tag117.xml"/><Relationship Id="rId5" Type="http://schemas.openxmlformats.org/officeDocument/2006/relationships/tags" Target="../tags/tag111.xml"/><Relationship Id="rId15" Type="http://schemas.openxmlformats.org/officeDocument/2006/relationships/tags" Target="../tags/tag121.xml"/><Relationship Id="rId10" Type="http://schemas.openxmlformats.org/officeDocument/2006/relationships/tags" Target="../tags/tag116.xml"/><Relationship Id="rId4" Type="http://schemas.openxmlformats.org/officeDocument/2006/relationships/tags" Target="../tags/tag110.xml"/><Relationship Id="rId9" Type="http://schemas.openxmlformats.org/officeDocument/2006/relationships/tags" Target="../tags/tag115.xml"/><Relationship Id="rId14" Type="http://schemas.openxmlformats.org/officeDocument/2006/relationships/tags" Target="../tags/tag12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68.xml"/><Relationship Id="rId4" Type="http://schemas.openxmlformats.org/officeDocument/2006/relationships/tags" Target="../tags/tag167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171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9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80759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84442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544225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SlideLogoText">
            <a:extLst>
              <a:ext uri="{FF2B5EF4-FFF2-40B4-BE49-F238E27FC236}">
                <a16:creationId xmlns:a16="http://schemas.microsoft.com/office/drawing/2014/main" id="{850D3671-1143-EE8A-9815-7E856B1B85AF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9943733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Copyright of </a:t>
            </a:r>
            <a:r>
              <a:rPr lang="en-US" sz="900" kern="1200" dirty="0" err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Slideworks.io</a:t>
            </a:r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926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B19EBCEC-D7B4-DFBB-40AA-FA1358134B81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9943733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Copyright of </a:t>
            </a:r>
            <a:r>
              <a:rPr lang="en-US" sz="900" kern="1200" dirty="0" err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Slideworks.io</a:t>
            </a:r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207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77181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167536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26" Type="http://schemas.openxmlformats.org/officeDocument/2006/relationships/tags" Target="../tags/tag25.xml"/><Relationship Id="rId39" Type="http://schemas.openxmlformats.org/officeDocument/2006/relationships/tags" Target="../tags/tag38.xml"/><Relationship Id="rId21" Type="http://schemas.openxmlformats.org/officeDocument/2006/relationships/tags" Target="../tags/tag20.xml"/><Relationship Id="rId34" Type="http://schemas.openxmlformats.org/officeDocument/2006/relationships/tags" Target="../tags/tag33.xml"/><Relationship Id="rId42" Type="http://schemas.openxmlformats.org/officeDocument/2006/relationships/tags" Target="../tags/tag41.xml"/><Relationship Id="rId7" Type="http://schemas.openxmlformats.org/officeDocument/2006/relationships/tags" Target="../tags/tag6.xml"/><Relationship Id="rId2" Type="http://schemas.openxmlformats.org/officeDocument/2006/relationships/theme" Target="../theme/theme1.xml"/><Relationship Id="rId16" Type="http://schemas.openxmlformats.org/officeDocument/2006/relationships/tags" Target="../tags/tag15.xml"/><Relationship Id="rId20" Type="http://schemas.openxmlformats.org/officeDocument/2006/relationships/tags" Target="../tags/tag19.xml"/><Relationship Id="rId29" Type="http://schemas.openxmlformats.org/officeDocument/2006/relationships/tags" Target="../tags/tag28.xml"/><Relationship Id="rId41" Type="http://schemas.openxmlformats.org/officeDocument/2006/relationships/tags" Target="../tags/tag40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24" Type="http://schemas.openxmlformats.org/officeDocument/2006/relationships/tags" Target="../tags/tag23.xml"/><Relationship Id="rId32" Type="http://schemas.openxmlformats.org/officeDocument/2006/relationships/tags" Target="../tags/tag31.xml"/><Relationship Id="rId37" Type="http://schemas.openxmlformats.org/officeDocument/2006/relationships/tags" Target="../tags/tag36.xml"/><Relationship Id="rId40" Type="http://schemas.openxmlformats.org/officeDocument/2006/relationships/tags" Target="../tags/tag39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23" Type="http://schemas.openxmlformats.org/officeDocument/2006/relationships/tags" Target="../tags/tag22.xml"/><Relationship Id="rId28" Type="http://schemas.openxmlformats.org/officeDocument/2006/relationships/tags" Target="../tags/tag27.xml"/><Relationship Id="rId36" Type="http://schemas.openxmlformats.org/officeDocument/2006/relationships/tags" Target="../tags/tag35.xml"/><Relationship Id="rId10" Type="http://schemas.openxmlformats.org/officeDocument/2006/relationships/tags" Target="../tags/tag9.xml"/><Relationship Id="rId19" Type="http://schemas.openxmlformats.org/officeDocument/2006/relationships/tags" Target="../tags/tag18.xml"/><Relationship Id="rId31" Type="http://schemas.openxmlformats.org/officeDocument/2006/relationships/tags" Target="../tags/tag30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Relationship Id="rId22" Type="http://schemas.openxmlformats.org/officeDocument/2006/relationships/tags" Target="../tags/tag21.xml"/><Relationship Id="rId27" Type="http://schemas.openxmlformats.org/officeDocument/2006/relationships/tags" Target="../tags/tag26.xml"/><Relationship Id="rId30" Type="http://schemas.openxmlformats.org/officeDocument/2006/relationships/tags" Target="../tags/tag29.xml"/><Relationship Id="rId35" Type="http://schemas.openxmlformats.org/officeDocument/2006/relationships/tags" Target="../tags/tag34.xml"/><Relationship Id="rId43" Type="http://schemas.openxmlformats.org/officeDocument/2006/relationships/tags" Target="../tags/tag42.xml"/><Relationship Id="rId8" Type="http://schemas.openxmlformats.org/officeDocument/2006/relationships/tags" Target="../tags/tag7.xml"/><Relationship Id="rId3" Type="http://schemas.openxmlformats.org/officeDocument/2006/relationships/tags" Target="../tags/tag2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5" Type="http://schemas.openxmlformats.org/officeDocument/2006/relationships/tags" Target="../tags/tag24.xml"/><Relationship Id="rId33" Type="http://schemas.openxmlformats.org/officeDocument/2006/relationships/tags" Target="../tags/tag32.xml"/><Relationship Id="rId38" Type="http://schemas.openxmlformats.org/officeDocument/2006/relationships/tags" Target="../tags/tag37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tags" Target="../tags/tag53.xml"/><Relationship Id="rId18" Type="http://schemas.openxmlformats.org/officeDocument/2006/relationships/tags" Target="../tags/tag58.xml"/><Relationship Id="rId26" Type="http://schemas.openxmlformats.org/officeDocument/2006/relationships/tags" Target="../tags/tag66.xml"/><Relationship Id="rId39" Type="http://schemas.openxmlformats.org/officeDocument/2006/relationships/tags" Target="../tags/tag79.xml"/><Relationship Id="rId21" Type="http://schemas.openxmlformats.org/officeDocument/2006/relationships/tags" Target="../tags/tag61.xml"/><Relationship Id="rId34" Type="http://schemas.openxmlformats.org/officeDocument/2006/relationships/tags" Target="../tags/tag74.xml"/><Relationship Id="rId42" Type="http://schemas.openxmlformats.org/officeDocument/2006/relationships/tags" Target="../tags/tag82.xml"/><Relationship Id="rId47" Type="http://schemas.openxmlformats.org/officeDocument/2006/relationships/tags" Target="../tags/tag87.xml"/><Relationship Id="rId7" Type="http://schemas.openxmlformats.org/officeDocument/2006/relationships/tags" Target="../tags/tag47.xml"/><Relationship Id="rId2" Type="http://schemas.openxmlformats.org/officeDocument/2006/relationships/slideLayout" Target="../slideLayouts/slideLayout3.xml"/><Relationship Id="rId16" Type="http://schemas.openxmlformats.org/officeDocument/2006/relationships/tags" Target="../tags/tag56.xml"/><Relationship Id="rId29" Type="http://schemas.openxmlformats.org/officeDocument/2006/relationships/tags" Target="../tags/tag69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11" Type="http://schemas.openxmlformats.org/officeDocument/2006/relationships/tags" Target="../tags/tag51.xml"/><Relationship Id="rId24" Type="http://schemas.openxmlformats.org/officeDocument/2006/relationships/tags" Target="../tags/tag64.xml"/><Relationship Id="rId32" Type="http://schemas.openxmlformats.org/officeDocument/2006/relationships/tags" Target="../tags/tag72.xml"/><Relationship Id="rId37" Type="http://schemas.openxmlformats.org/officeDocument/2006/relationships/tags" Target="../tags/tag77.xml"/><Relationship Id="rId40" Type="http://schemas.openxmlformats.org/officeDocument/2006/relationships/tags" Target="../tags/tag80.xml"/><Relationship Id="rId45" Type="http://schemas.openxmlformats.org/officeDocument/2006/relationships/tags" Target="../tags/tag85.xml"/><Relationship Id="rId5" Type="http://schemas.openxmlformats.org/officeDocument/2006/relationships/slideLayout" Target="../slideLayouts/slideLayout6.xml"/><Relationship Id="rId15" Type="http://schemas.openxmlformats.org/officeDocument/2006/relationships/tags" Target="../tags/tag55.xml"/><Relationship Id="rId23" Type="http://schemas.openxmlformats.org/officeDocument/2006/relationships/tags" Target="../tags/tag63.xml"/><Relationship Id="rId28" Type="http://schemas.openxmlformats.org/officeDocument/2006/relationships/tags" Target="../tags/tag68.xml"/><Relationship Id="rId36" Type="http://schemas.openxmlformats.org/officeDocument/2006/relationships/tags" Target="../tags/tag76.xml"/><Relationship Id="rId10" Type="http://schemas.openxmlformats.org/officeDocument/2006/relationships/tags" Target="../tags/tag50.xml"/><Relationship Id="rId19" Type="http://schemas.openxmlformats.org/officeDocument/2006/relationships/tags" Target="../tags/tag59.xml"/><Relationship Id="rId31" Type="http://schemas.openxmlformats.org/officeDocument/2006/relationships/tags" Target="../tags/tag71.xml"/><Relationship Id="rId44" Type="http://schemas.openxmlformats.org/officeDocument/2006/relationships/tags" Target="../tags/tag84.xml"/><Relationship Id="rId4" Type="http://schemas.openxmlformats.org/officeDocument/2006/relationships/slideLayout" Target="../slideLayouts/slideLayout5.xml"/><Relationship Id="rId9" Type="http://schemas.openxmlformats.org/officeDocument/2006/relationships/tags" Target="../tags/tag49.xml"/><Relationship Id="rId14" Type="http://schemas.openxmlformats.org/officeDocument/2006/relationships/tags" Target="../tags/tag54.xml"/><Relationship Id="rId22" Type="http://schemas.openxmlformats.org/officeDocument/2006/relationships/tags" Target="../tags/tag62.xml"/><Relationship Id="rId27" Type="http://schemas.openxmlformats.org/officeDocument/2006/relationships/tags" Target="../tags/tag67.xml"/><Relationship Id="rId30" Type="http://schemas.openxmlformats.org/officeDocument/2006/relationships/tags" Target="../tags/tag70.xml"/><Relationship Id="rId35" Type="http://schemas.openxmlformats.org/officeDocument/2006/relationships/tags" Target="../tags/tag75.xml"/><Relationship Id="rId43" Type="http://schemas.openxmlformats.org/officeDocument/2006/relationships/tags" Target="../tags/tag83.xml"/><Relationship Id="rId8" Type="http://schemas.openxmlformats.org/officeDocument/2006/relationships/tags" Target="../tags/tag48.xml"/><Relationship Id="rId3" Type="http://schemas.openxmlformats.org/officeDocument/2006/relationships/slideLayout" Target="../slideLayouts/slideLayout4.xml"/><Relationship Id="rId12" Type="http://schemas.openxmlformats.org/officeDocument/2006/relationships/tags" Target="../tags/tag52.xml"/><Relationship Id="rId17" Type="http://schemas.openxmlformats.org/officeDocument/2006/relationships/tags" Target="../tags/tag57.xml"/><Relationship Id="rId25" Type="http://schemas.openxmlformats.org/officeDocument/2006/relationships/tags" Target="../tags/tag65.xml"/><Relationship Id="rId33" Type="http://schemas.openxmlformats.org/officeDocument/2006/relationships/tags" Target="../tags/tag73.xml"/><Relationship Id="rId38" Type="http://schemas.openxmlformats.org/officeDocument/2006/relationships/tags" Target="../tags/tag78.xml"/><Relationship Id="rId46" Type="http://schemas.openxmlformats.org/officeDocument/2006/relationships/tags" Target="../tags/tag86.xml"/><Relationship Id="rId20" Type="http://schemas.openxmlformats.org/officeDocument/2006/relationships/tags" Target="../tags/tag60.xml"/><Relationship Id="rId41" Type="http://schemas.openxmlformats.org/officeDocument/2006/relationships/tags" Target="../tags/tag8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tags" Target="../tags/tag132.xml"/><Relationship Id="rId18" Type="http://schemas.openxmlformats.org/officeDocument/2006/relationships/tags" Target="../tags/tag137.xml"/><Relationship Id="rId26" Type="http://schemas.openxmlformats.org/officeDocument/2006/relationships/tags" Target="../tags/tag145.xml"/><Relationship Id="rId39" Type="http://schemas.openxmlformats.org/officeDocument/2006/relationships/tags" Target="../tags/tag158.xml"/><Relationship Id="rId21" Type="http://schemas.openxmlformats.org/officeDocument/2006/relationships/tags" Target="../tags/tag140.xml"/><Relationship Id="rId34" Type="http://schemas.openxmlformats.org/officeDocument/2006/relationships/tags" Target="../tags/tag153.xml"/><Relationship Id="rId42" Type="http://schemas.openxmlformats.org/officeDocument/2006/relationships/tags" Target="../tags/tag161.xml"/><Relationship Id="rId7" Type="http://schemas.openxmlformats.org/officeDocument/2006/relationships/tags" Target="../tags/tag126.xml"/><Relationship Id="rId2" Type="http://schemas.openxmlformats.org/officeDocument/2006/relationships/slideLayout" Target="../slideLayouts/slideLayout8.xml"/><Relationship Id="rId16" Type="http://schemas.openxmlformats.org/officeDocument/2006/relationships/tags" Target="../tags/tag135.xml"/><Relationship Id="rId20" Type="http://schemas.openxmlformats.org/officeDocument/2006/relationships/tags" Target="../tags/tag139.xml"/><Relationship Id="rId29" Type="http://schemas.openxmlformats.org/officeDocument/2006/relationships/tags" Target="../tags/tag148.xml"/><Relationship Id="rId41" Type="http://schemas.openxmlformats.org/officeDocument/2006/relationships/tags" Target="../tags/tag160.xml"/><Relationship Id="rId1" Type="http://schemas.openxmlformats.org/officeDocument/2006/relationships/slideLayout" Target="../slideLayouts/slideLayout7.xml"/><Relationship Id="rId6" Type="http://schemas.openxmlformats.org/officeDocument/2006/relationships/tags" Target="../tags/tag125.xml"/><Relationship Id="rId11" Type="http://schemas.openxmlformats.org/officeDocument/2006/relationships/tags" Target="../tags/tag130.xml"/><Relationship Id="rId24" Type="http://schemas.openxmlformats.org/officeDocument/2006/relationships/tags" Target="../tags/tag143.xml"/><Relationship Id="rId32" Type="http://schemas.openxmlformats.org/officeDocument/2006/relationships/tags" Target="../tags/tag151.xml"/><Relationship Id="rId37" Type="http://schemas.openxmlformats.org/officeDocument/2006/relationships/tags" Target="../tags/tag156.xml"/><Relationship Id="rId40" Type="http://schemas.openxmlformats.org/officeDocument/2006/relationships/tags" Target="../tags/tag159.xml"/><Relationship Id="rId5" Type="http://schemas.openxmlformats.org/officeDocument/2006/relationships/tags" Target="../tags/tag124.xml"/><Relationship Id="rId15" Type="http://schemas.openxmlformats.org/officeDocument/2006/relationships/tags" Target="../tags/tag134.xml"/><Relationship Id="rId23" Type="http://schemas.openxmlformats.org/officeDocument/2006/relationships/tags" Target="../tags/tag142.xml"/><Relationship Id="rId28" Type="http://schemas.openxmlformats.org/officeDocument/2006/relationships/tags" Target="../tags/tag147.xml"/><Relationship Id="rId36" Type="http://schemas.openxmlformats.org/officeDocument/2006/relationships/tags" Target="../tags/tag155.xml"/><Relationship Id="rId10" Type="http://schemas.openxmlformats.org/officeDocument/2006/relationships/tags" Target="../tags/tag129.xml"/><Relationship Id="rId19" Type="http://schemas.openxmlformats.org/officeDocument/2006/relationships/tags" Target="../tags/tag138.xml"/><Relationship Id="rId31" Type="http://schemas.openxmlformats.org/officeDocument/2006/relationships/tags" Target="../tags/tag150.xml"/><Relationship Id="rId44" Type="http://schemas.openxmlformats.org/officeDocument/2006/relationships/tags" Target="../tags/tag163.xml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tags" Target="../tags/tag133.xml"/><Relationship Id="rId22" Type="http://schemas.openxmlformats.org/officeDocument/2006/relationships/tags" Target="../tags/tag141.xml"/><Relationship Id="rId27" Type="http://schemas.openxmlformats.org/officeDocument/2006/relationships/tags" Target="../tags/tag146.xml"/><Relationship Id="rId30" Type="http://schemas.openxmlformats.org/officeDocument/2006/relationships/tags" Target="../tags/tag149.xml"/><Relationship Id="rId35" Type="http://schemas.openxmlformats.org/officeDocument/2006/relationships/tags" Target="../tags/tag154.xml"/><Relationship Id="rId43" Type="http://schemas.openxmlformats.org/officeDocument/2006/relationships/tags" Target="../tags/tag162.xml"/><Relationship Id="rId8" Type="http://schemas.openxmlformats.org/officeDocument/2006/relationships/tags" Target="../tags/tag127.xml"/><Relationship Id="rId3" Type="http://schemas.openxmlformats.org/officeDocument/2006/relationships/theme" Target="../theme/theme3.xml"/><Relationship Id="rId12" Type="http://schemas.openxmlformats.org/officeDocument/2006/relationships/tags" Target="../tags/tag131.xml"/><Relationship Id="rId17" Type="http://schemas.openxmlformats.org/officeDocument/2006/relationships/tags" Target="../tags/tag136.xml"/><Relationship Id="rId25" Type="http://schemas.openxmlformats.org/officeDocument/2006/relationships/tags" Target="../tags/tag144.xml"/><Relationship Id="rId33" Type="http://schemas.openxmlformats.org/officeDocument/2006/relationships/tags" Target="../tags/tag152.xml"/><Relationship Id="rId38" Type="http://schemas.openxmlformats.org/officeDocument/2006/relationships/tags" Target="../tags/tag1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962969" y="6499381"/>
            <a:ext cx="1314463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JML Operations SAMPLE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12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1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943733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JML Operations SAMPLE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3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3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3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16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2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2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1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97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0" r:id="rId1"/>
    <p:sldLayoutId id="2147484241" r:id="rId2"/>
    <p:sldLayoutId id="2147484242" r:id="rId3"/>
    <p:sldLayoutId id="2147484243" r:id="rId4"/>
    <p:sldLayoutId id="2147484244" r:id="rId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943734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JML Operations SAMPLE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13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1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84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6" r:id="rId1"/>
    <p:sldLayoutId id="214748424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6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7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8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9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0.x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81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F189B6-AC51-C1E6-5897-0A38E39BC3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20000"/>
                </a:schemeClr>
              </a:gs>
            </a:gsLst>
            <a:lin ang="108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5" name="Google Shape;185;p1"/>
          <p:cNvSpPr/>
          <p:nvPr/>
        </p:nvSpPr>
        <p:spPr>
          <a:xfrm>
            <a:off x="1212175" y="0"/>
            <a:ext cx="9724800" cy="5613900"/>
          </a:xfrm>
          <a:prstGeom prst="rect">
            <a:avLst/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"/>
          <p:cNvSpPr txBox="1"/>
          <p:nvPr/>
        </p:nvSpPr>
        <p:spPr>
          <a:xfrm>
            <a:off x="1609162" y="581999"/>
            <a:ext cx="7388352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61F32"/>
              </a:buClr>
              <a:buSzPts val="4400"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Georgia"/>
                <a:cs typeface="Arial" panose="020B0604020202020204" pitchFamily="34" charset="0"/>
                <a:sym typeface="Georgia"/>
              </a:rPr>
              <a:t>Consulting Proposal 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Georgia"/>
                <a:cs typeface="Arial" panose="020B0604020202020204" pitchFamily="34" charset="0"/>
                <a:sym typeface="Georgia"/>
              </a:rPr>
            </a:b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JML Operations demonstration of a proposal being generated from an AI Analyst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8B7A090-380E-C2BB-D014-F28BB4FFDE8D}"/>
              </a:ext>
            </a:extLst>
          </p:cNvPr>
          <p:cNvGrpSpPr/>
          <p:nvPr/>
        </p:nvGrpSpPr>
        <p:grpSpPr>
          <a:xfrm>
            <a:off x="1609162" y="4922663"/>
            <a:ext cx="1988640" cy="420624"/>
            <a:chOff x="1613357" y="4372983"/>
            <a:chExt cx="1988640" cy="420624"/>
          </a:xfrm>
        </p:grpSpPr>
        <p:sp>
          <p:nvSpPr>
            <p:cNvPr id="9" name="Google Shape;18;p3">
              <a:extLst>
                <a:ext uri="{FF2B5EF4-FFF2-40B4-BE49-F238E27FC236}">
                  <a16:creationId xmlns:a16="http://schemas.microsoft.com/office/drawing/2014/main" id="{100A9D2C-6F40-1DD5-4294-F4EE447775B4}"/>
                </a:ext>
              </a:extLst>
            </p:cNvPr>
            <p:cNvSpPr/>
            <p:nvPr/>
          </p:nvSpPr>
          <p:spPr>
            <a:xfrm>
              <a:off x="1613357" y="4372983"/>
              <a:ext cx="420624" cy="420624"/>
            </a:xfrm>
            <a:prstGeom prst="roundRect">
              <a:avLst>
                <a:gd name="adj" fmla="val 8043"/>
              </a:avLst>
            </a:prstGeom>
            <a:solidFill>
              <a:srgbClr val="5DCA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;p3">
              <a:extLst>
                <a:ext uri="{FF2B5EF4-FFF2-40B4-BE49-F238E27FC236}">
                  <a16:creationId xmlns:a16="http://schemas.microsoft.com/office/drawing/2014/main" id="{AE017662-6A74-A071-6C5A-114374D703FF}"/>
                </a:ext>
              </a:extLst>
            </p:cNvPr>
            <p:cNvSpPr txBox="1"/>
            <p:nvPr/>
          </p:nvSpPr>
          <p:spPr>
            <a:xfrm>
              <a:off x="1613357" y="4372983"/>
              <a:ext cx="420624" cy="420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3A5F"/>
                </a:buClr>
                <a:buSzPts val="1100"/>
                <a:buFont typeface="Arial"/>
                <a:buNone/>
              </a:pPr>
              <a:r>
                <a:rPr lang="en-US" sz="1100" b="1" i="0" u="none" strike="noStrike" cap="none" dirty="0">
                  <a:solidFill>
                    <a:srgbClr val="1E3A5F"/>
                  </a:solidFill>
                  <a:latin typeface="Arial"/>
                  <a:ea typeface="Arial"/>
                  <a:cs typeface="Arial"/>
                  <a:sym typeface="Arial"/>
                </a:rPr>
                <a:t>JML</a:t>
              </a:r>
              <a:endParaRPr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2;p3">
              <a:extLst>
                <a:ext uri="{FF2B5EF4-FFF2-40B4-BE49-F238E27FC236}">
                  <a16:creationId xmlns:a16="http://schemas.microsoft.com/office/drawing/2014/main" id="{A12CB6C4-39A8-F7B8-260C-F7A654581190}"/>
                </a:ext>
              </a:extLst>
            </p:cNvPr>
            <p:cNvSpPr txBox="1"/>
            <p:nvPr/>
          </p:nvSpPr>
          <p:spPr>
            <a:xfrm>
              <a:off x="2161997" y="4391271"/>
              <a:ext cx="14400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lang="en-US" sz="1500" b="0" u="none" strike="noStrike" cap="none" dirty="0">
                  <a:solidFill>
                    <a:schemeClr val="tx2"/>
                  </a:solidFill>
                  <a:latin typeface="Arial"/>
                  <a:ea typeface="Arial"/>
                  <a:cs typeface="Arial"/>
                  <a:sym typeface="Arial"/>
                </a:rPr>
                <a:t>JML Operations</a:t>
              </a:r>
              <a:endParaRPr sz="1500" b="0" u="none" strike="noStrike" cap="none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9474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D02AA-5BCC-DCBC-677B-3A2B73BBD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8F1BAB9-D850-881E-777D-0E3CDFECD24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5" imgH="303" progId="TCLayout.ActiveDocument.1">
                  <p:embed/>
                </p:oleObj>
              </mc:Choice>
              <mc:Fallback>
                <p:oleObj name="think-cell Slide" r:id="rId4" imgW="305" imgH="30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F1BAB9-D850-881E-777D-0E3CDFECD2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9D28EE8-A21E-79E6-5DB5-92D74CCA2B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3" name="Google Shape;194;p2">
            <a:extLst>
              <a:ext uri="{FF2B5EF4-FFF2-40B4-BE49-F238E27FC236}">
                <a16:creationId xmlns:a16="http://schemas.microsoft.com/office/drawing/2014/main" id="{2AFD8A84-CD00-872D-F343-53EF5B34BF9D}"/>
              </a:ext>
            </a:extLst>
          </p:cNvPr>
          <p:cNvSpPr txBox="1">
            <a:spLocks/>
          </p:cNvSpPr>
          <p:nvPr/>
        </p:nvSpPr>
        <p:spPr>
          <a:xfrm>
            <a:off x="5315583" y="1652114"/>
            <a:ext cx="632555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None/>
            </a:pPr>
            <a:r>
              <a:rPr lang="en-US" sz="1800" b="1" dirty="0">
                <a:solidFill>
                  <a:schemeClr val="tx1"/>
                </a:solidFill>
              </a:rPr>
              <a:t>Context</a:t>
            </a:r>
          </a:p>
        </p:txBody>
      </p:sp>
      <p:sp>
        <p:nvSpPr>
          <p:cNvPr id="14" name="Google Shape;195;p2">
            <a:extLst>
              <a:ext uri="{FF2B5EF4-FFF2-40B4-BE49-F238E27FC236}">
                <a16:creationId xmlns:a16="http://schemas.microsoft.com/office/drawing/2014/main" id="{A4A51DAA-4C33-473B-8983-7A9C8EB89260}"/>
              </a:ext>
            </a:extLst>
          </p:cNvPr>
          <p:cNvSpPr/>
          <p:nvPr/>
        </p:nvSpPr>
        <p:spPr>
          <a:xfrm>
            <a:off x="4991582" y="1674759"/>
            <a:ext cx="324000" cy="324000"/>
          </a:xfrm>
          <a:prstGeom prst="ellipse">
            <a:avLst/>
          </a:prstGeom>
          <a:solidFill>
            <a:schemeClr val="accen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5" name="Google Shape;196;p2">
            <a:extLst>
              <a:ext uri="{FF2B5EF4-FFF2-40B4-BE49-F238E27FC236}">
                <a16:creationId xmlns:a16="http://schemas.microsoft.com/office/drawing/2014/main" id="{2B2C732D-0EA5-A2FB-A102-C63814D504ED}"/>
              </a:ext>
            </a:extLst>
          </p:cNvPr>
          <p:cNvSpPr/>
          <p:nvPr/>
        </p:nvSpPr>
        <p:spPr>
          <a:xfrm>
            <a:off x="4991582" y="2393625"/>
            <a:ext cx="324000" cy="324000"/>
          </a:xfrm>
          <a:prstGeom prst="ellipse">
            <a:avLst/>
          </a:prstGeom>
          <a:solidFill>
            <a:schemeClr val="accen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" name="Google Shape;194;p2">
            <a:extLst>
              <a:ext uri="{FF2B5EF4-FFF2-40B4-BE49-F238E27FC236}">
                <a16:creationId xmlns:a16="http://schemas.microsoft.com/office/drawing/2014/main" id="{B3F152A4-B729-BE54-2964-3BA425C3AA5F}"/>
              </a:ext>
            </a:extLst>
          </p:cNvPr>
          <p:cNvSpPr txBox="1">
            <a:spLocks/>
          </p:cNvSpPr>
          <p:nvPr/>
        </p:nvSpPr>
        <p:spPr>
          <a:xfrm>
            <a:off x="5315583" y="2370980"/>
            <a:ext cx="632555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None/>
            </a:pPr>
            <a:r>
              <a:rPr lang="en-US" sz="1800" b="1" dirty="0">
                <a:solidFill>
                  <a:schemeClr val="tx1"/>
                </a:solidFill>
              </a:rPr>
              <a:t>Market Research</a:t>
            </a:r>
          </a:p>
        </p:txBody>
      </p:sp>
      <p:sp>
        <p:nvSpPr>
          <p:cNvPr id="5" name="Title 9">
            <a:extLst>
              <a:ext uri="{FF2B5EF4-FFF2-40B4-BE49-F238E27FC236}">
                <a16:creationId xmlns:a16="http://schemas.microsoft.com/office/drawing/2014/main" id="{5BAD846D-4D87-F5F8-7759-6E70CCA04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1706563"/>
            <a:ext cx="3813048" cy="694944"/>
          </a:xfrm>
        </p:spPr>
        <p:txBody>
          <a:bodyPr vert="horz"/>
          <a:lstStyle/>
          <a:p>
            <a:r>
              <a:rPr lang="en-US" altLang="en-US" dirty="0"/>
              <a:t>Topics for today’s discussion</a:t>
            </a:r>
            <a:endParaRPr lang="en-US" dirty="0"/>
          </a:p>
        </p:txBody>
      </p:sp>
      <p:sp>
        <p:nvSpPr>
          <p:cNvPr id="2" name="Google Shape;197;p2">
            <a:extLst>
              <a:ext uri="{FF2B5EF4-FFF2-40B4-BE49-F238E27FC236}">
                <a16:creationId xmlns:a16="http://schemas.microsoft.com/office/drawing/2014/main" id="{6E08E5AA-4F45-5ACF-2235-4441F70EFDA9}"/>
              </a:ext>
            </a:extLst>
          </p:cNvPr>
          <p:cNvSpPr/>
          <p:nvPr/>
        </p:nvSpPr>
        <p:spPr>
          <a:xfrm>
            <a:off x="4991582" y="3112491"/>
            <a:ext cx="324000" cy="32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Google Shape;194;p2">
            <a:extLst>
              <a:ext uri="{FF2B5EF4-FFF2-40B4-BE49-F238E27FC236}">
                <a16:creationId xmlns:a16="http://schemas.microsoft.com/office/drawing/2014/main" id="{0EF30FAA-C3FD-CFD5-18ED-E41A4F5ECF2B}"/>
              </a:ext>
            </a:extLst>
          </p:cNvPr>
          <p:cNvSpPr txBox="1">
            <a:spLocks/>
          </p:cNvSpPr>
          <p:nvPr/>
        </p:nvSpPr>
        <p:spPr>
          <a:xfrm>
            <a:off x="5315583" y="3089846"/>
            <a:ext cx="632555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500"/>
              <a:buNone/>
            </a:pPr>
            <a:r>
              <a:rPr lang="en-US" sz="1800" b="1" dirty="0">
                <a:solidFill>
                  <a:schemeClr val="tx1"/>
                </a:solidFill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1610540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091405" cy="694944"/>
          </a:xfrm>
        </p:spPr>
        <p:txBody>
          <a:bodyPr vert="horz"/>
          <a:lstStyle/>
          <a:p>
            <a:r>
              <a:rPr lang="en-US" sz="4800" dirty="0"/>
              <a:t>Context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PT" dirty="0" err="1"/>
              <a:t>Context</a:t>
            </a:r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69583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1</a:t>
            </a:r>
            <a:endParaRPr lang="en-DK"/>
          </a:p>
        </p:txBody>
      </p:sp>
      <p:sp>
        <p:nvSpPr>
          <p:cNvPr id="4" name="Google Shape;878;p247">
            <a:extLst>
              <a:ext uri="{FF2B5EF4-FFF2-40B4-BE49-F238E27FC236}">
                <a16:creationId xmlns:a16="http://schemas.microsoft.com/office/drawing/2014/main" id="{DB6C6E1F-9D19-6254-117F-4163C22D482B}"/>
              </a:ext>
            </a:extLst>
          </p:cNvPr>
          <p:cNvSpPr txBox="1"/>
          <p:nvPr/>
        </p:nvSpPr>
        <p:spPr>
          <a:xfrm>
            <a:off x="560926" y="1715102"/>
            <a:ext cx="3526178" cy="4080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Objectives</a:t>
            </a:r>
            <a:endParaRPr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Google Shape;879;p247">
            <a:extLst>
              <a:ext uri="{FF2B5EF4-FFF2-40B4-BE49-F238E27FC236}">
                <a16:creationId xmlns:a16="http://schemas.microsoft.com/office/drawing/2014/main" id="{94D14C98-12C7-DAF0-5B6B-46CE5E54690F}"/>
              </a:ext>
            </a:extLst>
          </p:cNvPr>
          <p:cNvSpPr txBox="1"/>
          <p:nvPr/>
        </p:nvSpPr>
        <p:spPr>
          <a:xfrm>
            <a:off x="4330398" y="1715102"/>
            <a:ext cx="3526178" cy="408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Solution</a:t>
            </a:r>
            <a:endParaRPr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880;p247">
            <a:extLst>
              <a:ext uri="{FF2B5EF4-FFF2-40B4-BE49-F238E27FC236}">
                <a16:creationId xmlns:a16="http://schemas.microsoft.com/office/drawing/2014/main" id="{257F2E51-C532-9D44-FFE5-E326D32CF800}"/>
              </a:ext>
            </a:extLst>
          </p:cNvPr>
          <p:cNvSpPr txBox="1"/>
          <p:nvPr/>
        </p:nvSpPr>
        <p:spPr>
          <a:xfrm>
            <a:off x="8099868" y="1715102"/>
            <a:ext cx="3526178" cy="4080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" sz="1600" b="1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Outcomes</a:t>
            </a:r>
            <a:endParaRPr sz="1600" b="1">
              <a:solidFill>
                <a:schemeClr val="bg1"/>
              </a:solidFill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" name="Google Shape;889;p247">
            <a:extLst>
              <a:ext uri="{FF2B5EF4-FFF2-40B4-BE49-F238E27FC236}">
                <a16:creationId xmlns:a16="http://schemas.microsoft.com/office/drawing/2014/main" id="{F5AEA601-1978-C5CD-C00C-F72CC2BC6666}"/>
              </a:ext>
            </a:extLst>
          </p:cNvPr>
          <p:cNvCxnSpPr>
            <a:cxnSpLocks/>
          </p:cNvCxnSpPr>
          <p:nvPr/>
        </p:nvCxnSpPr>
        <p:spPr>
          <a:xfrm>
            <a:off x="7965790" y="1816190"/>
            <a:ext cx="0" cy="402336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890;p247">
            <a:extLst>
              <a:ext uri="{FF2B5EF4-FFF2-40B4-BE49-F238E27FC236}">
                <a16:creationId xmlns:a16="http://schemas.microsoft.com/office/drawing/2014/main" id="{33952191-BA25-FE80-BEC8-231B2F276557}"/>
              </a:ext>
            </a:extLst>
          </p:cNvPr>
          <p:cNvSpPr/>
          <p:nvPr/>
        </p:nvSpPr>
        <p:spPr>
          <a:xfrm>
            <a:off x="7814585" y="3665936"/>
            <a:ext cx="327273" cy="3238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Google Shape;891;p247">
            <a:extLst>
              <a:ext uri="{FF2B5EF4-FFF2-40B4-BE49-F238E27FC236}">
                <a16:creationId xmlns:a16="http://schemas.microsoft.com/office/drawing/2014/main" id="{2A8E07F6-7ABC-5842-27E9-25C4EF4F35E7}"/>
              </a:ext>
            </a:extLst>
          </p:cNvPr>
          <p:cNvSpPr/>
          <p:nvPr/>
        </p:nvSpPr>
        <p:spPr>
          <a:xfrm>
            <a:off x="7933274" y="3738806"/>
            <a:ext cx="108000" cy="178128"/>
          </a:xfrm>
          <a:prstGeom prst="chevron">
            <a:avLst>
              <a:gd name="adj" fmla="val 150000"/>
            </a:avLst>
          </a:prstGeom>
          <a:solidFill>
            <a:schemeClr val="tx1"/>
          </a:solidFill>
          <a:ln w="1905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Google Shape;881;p247">
            <a:extLst>
              <a:ext uri="{FF2B5EF4-FFF2-40B4-BE49-F238E27FC236}">
                <a16:creationId xmlns:a16="http://schemas.microsoft.com/office/drawing/2014/main" id="{3C9F58AB-7526-BC81-D118-3BD47109A108}"/>
              </a:ext>
            </a:extLst>
          </p:cNvPr>
          <p:cNvSpPr txBox="1"/>
          <p:nvPr/>
        </p:nvSpPr>
        <p:spPr>
          <a:xfrm>
            <a:off x="560926" y="2268393"/>
            <a:ext cx="3526178" cy="37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ea typeface="Helvetica Neue"/>
                <a:cs typeface="Helvetica Neue"/>
                <a:sym typeface="Helvetica Neue"/>
              </a:rPr>
              <a:t>[Client] wishes to develop a new business model centered on a digital marketplace to secure competitive advantage going forward.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ea typeface="Helvetica Neue"/>
                <a:cs typeface="Helvetica Neue"/>
                <a:sym typeface="Helvetica Neue"/>
              </a:rPr>
              <a:t>The aim is to develop and scale this marketplace with minimal cannibalization on current business.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ea typeface="Helvetica Neue"/>
                <a:cs typeface="Helvetica Neue"/>
                <a:sym typeface="Helvetica Neue"/>
              </a:rPr>
              <a:t>The ambition is to quickly scale globally by leveraging existing assets and building for scale.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ea typeface="Helvetica Neue"/>
                <a:cs typeface="Helvetica Neue"/>
                <a:sym typeface="Helvetica Neue"/>
              </a:rPr>
              <a:t>In addition, it is important it is developed in a setup that allows strategic control with losing speed, as well as being able to disseminate learnings across the parent organization.</a:t>
            </a:r>
          </a:p>
        </p:txBody>
      </p:sp>
      <p:sp>
        <p:nvSpPr>
          <p:cNvPr id="15" name="Google Shape;882;p247">
            <a:extLst>
              <a:ext uri="{FF2B5EF4-FFF2-40B4-BE49-F238E27FC236}">
                <a16:creationId xmlns:a16="http://schemas.microsoft.com/office/drawing/2014/main" id="{07CDF677-049D-BA8E-5904-51DEB7D0C304}"/>
              </a:ext>
            </a:extLst>
          </p:cNvPr>
          <p:cNvSpPr txBox="1"/>
          <p:nvPr/>
        </p:nvSpPr>
        <p:spPr>
          <a:xfrm>
            <a:off x="4330397" y="2268394"/>
            <a:ext cx="3526178" cy="37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285750" indent="-285750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ea typeface="Helvetica Neue"/>
                <a:cs typeface="Helvetica Neue"/>
                <a:sym typeface="Helvetica Neue"/>
              </a:rPr>
              <a:t>[Consulting firm] will run a 24-week project using our proven methodology and experienced team.</a:t>
            </a:r>
          </a:p>
          <a:p>
            <a:pPr marL="285750" indent="-285750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ea typeface="Helvetica Neue"/>
                <a:cs typeface="Helvetica Neue"/>
                <a:sym typeface="Helvetica Neue"/>
              </a:rPr>
              <a:t>The project will be split into two phases; a Blueprint phase and a Pilot/MVP phase.</a:t>
            </a:r>
          </a:p>
          <a:p>
            <a:pPr marL="285750" indent="-285750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ea typeface="Helvetica Neue"/>
                <a:cs typeface="Helvetica Neue"/>
                <a:sym typeface="Helvetica Neue"/>
              </a:rPr>
              <a:t>The goal of the Blueprint phase is to set up the outline of the marketplace.</a:t>
            </a:r>
          </a:p>
          <a:p>
            <a:pPr marL="285750" indent="-285750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ea typeface="Helvetica Neue"/>
                <a:cs typeface="Helvetica Neue"/>
                <a:sym typeface="Helvetica Neue"/>
              </a:rPr>
              <a:t>The goal of the Pilot/MVP phase is to launch a pilot in the market to gauge initial product-market fit and find a scalable solution.</a:t>
            </a:r>
          </a:p>
          <a:p>
            <a:pPr marL="285750" indent="-285750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ea typeface="Helvetica Neue"/>
                <a:cs typeface="Helvetica Neue"/>
                <a:sym typeface="Helvetica Neue"/>
              </a:rPr>
              <a:t>If the Pilot/MVP phase is successful, the plan is to launch a local beta test.</a:t>
            </a:r>
          </a:p>
        </p:txBody>
      </p:sp>
      <p:sp>
        <p:nvSpPr>
          <p:cNvPr id="16" name="Google Shape;883;p247">
            <a:extLst>
              <a:ext uri="{FF2B5EF4-FFF2-40B4-BE49-F238E27FC236}">
                <a16:creationId xmlns:a16="http://schemas.microsoft.com/office/drawing/2014/main" id="{12745C6B-30EC-70FE-95BA-7C4B986FC7E0}"/>
              </a:ext>
            </a:extLst>
          </p:cNvPr>
          <p:cNvSpPr txBox="1"/>
          <p:nvPr/>
        </p:nvSpPr>
        <p:spPr>
          <a:xfrm>
            <a:off x="8099868" y="2268394"/>
            <a:ext cx="3526178" cy="376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91440" rIns="91440" bIns="91440" anchor="t" anchorCtr="0">
            <a:noAutofit/>
          </a:bodyPr>
          <a:lstStyle/>
          <a:p>
            <a:pPr marL="285750" indent="-285750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ea typeface="Helvetica Neue"/>
                <a:cs typeface="Helvetica Neue"/>
                <a:sym typeface="Helvetica Neue"/>
              </a:rPr>
              <a:t>A </a:t>
            </a:r>
            <a:r>
              <a:rPr lang="en-US" sz="1400" b="1" dirty="0">
                <a:ea typeface="Helvetica Neue"/>
                <a:cs typeface="Helvetica Neue"/>
                <a:sym typeface="Helvetica Neue"/>
              </a:rPr>
              <a:t>de-risked new digital marketplace</a:t>
            </a:r>
            <a:r>
              <a:rPr lang="en-US" sz="1400" dirty="0">
                <a:ea typeface="Helvetica Neue"/>
                <a:cs typeface="Helvetica Neue"/>
                <a:sym typeface="Helvetica Neue"/>
              </a:rPr>
              <a:t>, complete with an MVP product and first users onboarded, that is ready for wider roll-out.</a:t>
            </a:r>
          </a:p>
          <a:p>
            <a:pPr marL="285750" indent="-285750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ea typeface="Helvetica Neue"/>
                <a:cs typeface="Helvetica Neue"/>
                <a:sym typeface="Helvetica Neue"/>
              </a:rPr>
              <a:t>A </a:t>
            </a:r>
            <a:r>
              <a:rPr lang="en-US" sz="1400" b="1" dirty="0">
                <a:ea typeface="Helvetica Neue"/>
                <a:cs typeface="Helvetica Neue"/>
                <a:sym typeface="Helvetica Neue"/>
              </a:rPr>
              <a:t>full roadmap</a:t>
            </a:r>
            <a:r>
              <a:rPr lang="en-US" sz="1400" dirty="0">
                <a:ea typeface="Helvetica Neue"/>
                <a:cs typeface="Helvetica Neue"/>
                <a:sym typeface="Helvetica Neue"/>
              </a:rPr>
              <a:t> for roll-out and scale-up, including suggested markets, a go-to-market playbook, and a team onboarded.</a:t>
            </a:r>
          </a:p>
          <a:p>
            <a:pPr marL="285750" indent="-285750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ea typeface="Helvetica Neue"/>
                <a:cs typeface="Helvetica Neue"/>
                <a:sym typeface="Helvetica Neue"/>
              </a:rPr>
              <a:t>A </a:t>
            </a:r>
            <a:r>
              <a:rPr lang="en-US" sz="1400" b="1" dirty="0">
                <a:ea typeface="Helvetica Neue"/>
                <a:cs typeface="Helvetica Neue"/>
                <a:sym typeface="Helvetica Neue"/>
              </a:rPr>
              <a:t>clear business case </a:t>
            </a:r>
            <a:r>
              <a:rPr lang="en-US" sz="1400" dirty="0">
                <a:ea typeface="Helvetica Neue"/>
                <a:cs typeface="Helvetica Neue"/>
                <a:sym typeface="Helvetica Neue"/>
              </a:rPr>
              <a:t>with structured and risk-assessed development projections, internal implementation costs etc..</a:t>
            </a:r>
          </a:p>
          <a:p>
            <a:pPr marL="285750" indent="-285750">
              <a:spcAft>
                <a:spcPts val="600"/>
              </a:spcAft>
              <a:buClr>
                <a:srgbClr val="3F3F3F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ea typeface="Helvetica Neue"/>
                <a:cs typeface="Helvetica Neue"/>
                <a:sym typeface="Helvetica Neue"/>
              </a:rPr>
              <a:t>A </a:t>
            </a:r>
            <a:r>
              <a:rPr lang="en-US" sz="1400" b="1" dirty="0">
                <a:ea typeface="Helvetica Neue"/>
                <a:cs typeface="Helvetica Neue"/>
                <a:sym typeface="Helvetica Neue"/>
              </a:rPr>
              <a:t>clear recommendation</a:t>
            </a:r>
            <a:r>
              <a:rPr lang="en-US" sz="1400" dirty="0">
                <a:ea typeface="Helvetica Neue"/>
                <a:cs typeface="Helvetica Neue"/>
                <a:sym typeface="Helvetica Neue"/>
              </a:rPr>
              <a:t> on the next steps.</a:t>
            </a:r>
          </a:p>
        </p:txBody>
      </p:sp>
      <p:cxnSp>
        <p:nvCxnSpPr>
          <p:cNvPr id="18" name="Google Shape;885;p247">
            <a:extLst>
              <a:ext uri="{FF2B5EF4-FFF2-40B4-BE49-F238E27FC236}">
                <a16:creationId xmlns:a16="http://schemas.microsoft.com/office/drawing/2014/main" id="{01B3D7FE-A1BF-24B1-FDA4-2A85F0877262}"/>
              </a:ext>
            </a:extLst>
          </p:cNvPr>
          <p:cNvCxnSpPr>
            <a:cxnSpLocks/>
          </p:cNvCxnSpPr>
          <p:nvPr/>
        </p:nvCxnSpPr>
        <p:spPr>
          <a:xfrm>
            <a:off x="4196319" y="1816190"/>
            <a:ext cx="0" cy="402336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886;p247">
            <a:extLst>
              <a:ext uri="{FF2B5EF4-FFF2-40B4-BE49-F238E27FC236}">
                <a16:creationId xmlns:a16="http://schemas.microsoft.com/office/drawing/2014/main" id="{33617007-237E-9347-AFF8-244CA8A048F8}"/>
              </a:ext>
            </a:extLst>
          </p:cNvPr>
          <p:cNvSpPr/>
          <p:nvPr/>
        </p:nvSpPr>
        <p:spPr>
          <a:xfrm>
            <a:off x="4045114" y="3665936"/>
            <a:ext cx="327273" cy="32386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887;p247">
            <a:extLst>
              <a:ext uri="{FF2B5EF4-FFF2-40B4-BE49-F238E27FC236}">
                <a16:creationId xmlns:a16="http://schemas.microsoft.com/office/drawing/2014/main" id="{8407C799-C42A-4BF1-AA4E-1A4531685C15}"/>
              </a:ext>
            </a:extLst>
          </p:cNvPr>
          <p:cNvSpPr/>
          <p:nvPr/>
        </p:nvSpPr>
        <p:spPr>
          <a:xfrm>
            <a:off x="4163803" y="3738806"/>
            <a:ext cx="108000" cy="178128"/>
          </a:xfrm>
          <a:prstGeom prst="chevron">
            <a:avLst>
              <a:gd name="adj" fmla="val 150000"/>
            </a:avLst>
          </a:prstGeom>
          <a:solidFill>
            <a:schemeClr val="tx1"/>
          </a:solidFill>
          <a:ln w="1905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C58E12-D083-D45D-3DC3-0033E5E79B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PT" dirty="0"/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3838760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091405" cy="694944"/>
          </a:xfrm>
        </p:spPr>
        <p:txBody>
          <a:bodyPr vert="horz"/>
          <a:lstStyle/>
          <a:p>
            <a:r>
              <a:rPr lang="en-US" sz="4800" dirty="0"/>
              <a:t>Market Research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Market Research</a:t>
            </a:r>
            <a:endParaRPr lang="en-DK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GB" sz="41300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95585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69FBE58-B020-0C7A-77FD-A4F497EA7B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69FBE58-B020-0C7A-77FD-A4F497EA7B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5139" name="Rectangle 3">
            <a:extLst>
              <a:ext uri="{FF2B5EF4-FFF2-40B4-BE49-F238E27FC236}">
                <a16:creationId xmlns:a16="http://schemas.microsoft.com/office/drawing/2014/main" id="{D769920D-71C6-A37F-ADC5-C0194CDFB7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en-DK" sz="2300" dirty="0"/>
              <a:t>Title 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D9BA61-C5EC-D7FA-0473-69C9CA2CA4C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Market Research</a:t>
            </a:r>
          </a:p>
        </p:txBody>
      </p:sp>
      <p:sp>
        <p:nvSpPr>
          <p:cNvPr id="1115140" name="AutoShape 4">
            <a:extLst>
              <a:ext uri="{FF2B5EF4-FFF2-40B4-BE49-F238E27FC236}">
                <a16:creationId xmlns:a16="http://schemas.microsoft.com/office/drawing/2014/main" id="{01B5CD83-27AE-A1F0-4492-062532AF2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94" y="2049104"/>
            <a:ext cx="2578977" cy="765574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28575">
            <a:noFill/>
            <a:miter lim="800000"/>
            <a:headEnd/>
            <a:tailEnd/>
          </a:ln>
          <a:effectLst/>
        </p:spPr>
        <p:txBody>
          <a:bodyPr lIns="91440" tIns="33927" rIns="33927" bIns="33927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DK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main driver/initiative]</a:t>
            </a:r>
          </a:p>
        </p:txBody>
      </p:sp>
      <p:sp>
        <p:nvSpPr>
          <p:cNvPr id="1115141" name="AutoShape 5">
            <a:extLst>
              <a:ext uri="{FF2B5EF4-FFF2-40B4-BE49-F238E27FC236}">
                <a16:creationId xmlns:a16="http://schemas.microsoft.com/office/drawing/2014/main" id="{08850A0F-FE95-95EB-26DB-532FD088A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94" y="2890768"/>
            <a:ext cx="2578977" cy="765574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28575">
            <a:noFill/>
            <a:miter lim="800000"/>
            <a:headEnd/>
            <a:tailEnd/>
          </a:ln>
          <a:effectLst/>
        </p:spPr>
        <p:txBody>
          <a:bodyPr lIns="91440" tIns="33927" rIns="33927" bIns="33927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DK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main driver/initiative]</a:t>
            </a:r>
          </a:p>
        </p:txBody>
      </p:sp>
      <p:sp>
        <p:nvSpPr>
          <p:cNvPr id="1115142" name="AutoShape 6">
            <a:extLst>
              <a:ext uri="{FF2B5EF4-FFF2-40B4-BE49-F238E27FC236}">
                <a16:creationId xmlns:a16="http://schemas.microsoft.com/office/drawing/2014/main" id="{DC78721A-5FC7-10E9-8318-5DBE4F9CB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94" y="3732432"/>
            <a:ext cx="2578977" cy="765574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28575">
            <a:noFill/>
            <a:miter lim="800000"/>
            <a:headEnd/>
            <a:tailEnd/>
          </a:ln>
          <a:effectLst/>
        </p:spPr>
        <p:txBody>
          <a:bodyPr lIns="91440" tIns="33927" rIns="33927" bIns="33927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DK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main driver/initiative]</a:t>
            </a:r>
          </a:p>
        </p:txBody>
      </p:sp>
      <p:sp>
        <p:nvSpPr>
          <p:cNvPr id="1115143" name="AutoShape 7">
            <a:extLst>
              <a:ext uri="{FF2B5EF4-FFF2-40B4-BE49-F238E27FC236}">
                <a16:creationId xmlns:a16="http://schemas.microsoft.com/office/drawing/2014/main" id="{44EA2CFB-5AD0-8521-494E-EC33E5992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94" y="4574096"/>
            <a:ext cx="2578977" cy="765574"/>
          </a:xfrm>
          <a:prstGeom prst="homePlate">
            <a:avLst>
              <a:gd name="adj" fmla="val 20000"/>
            </a:avLst>
          </a:prstGeom>
          <a:solidFill>
            <a:schemeClr val="accent1"/>
          </a:solidFill>
          <a:ln w="28575">
            <a:noFill/>
            <a:miter lim="800000"/>
            <a:headEnd/>
            <a:tailEnd/>
          </a:ln>
          <a:effectLst/>
        </p:spPr>
        <p:txBody>
          <a:bodyPr lIns="91440" tIns="33927" rIns="33927" bIns="33927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DK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main driver/initiative]</a:t>
            </a:r>
          </a:p>
        </p:txBody>
      </p:sp>
      <p:sp>
        <p:nvSpPr>
          <p:cNvPr id="1115144" name="AutoShape 8">
            <a:extLst>
              <a:ext uri="{FF2B5EF4-FFF2-40B4-BE49-F238E27FC236}">
                <a16:creationId xmlns:a16="http://schemas.microsoft.com/office/drawing/2014/main" id="{2CC8FC18-D7D4-55BF-DE20-5EA66D0CA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94" y="5415759"/>
            <a:ext cx="2578977" cy="765574"/>
          </a:xfrm>
          <a:prstGeom prst="homePlate">
            <a:avLst>
              <a:gd name="adj" fmla="val 20000"/>
            </a:avLst>
          </a:prstGeom>
          <a:solidFill>
            <a:schemeClr val="bg1">
              <a:lumMod val="95000"/>
            </a:schemeClr>
          </a:solidFill>
          <a:ln w="28575">
            <a:noFill/>
            <a:miter lim="800000"/>
            <a:headEnd/>
            <a:tailEnd/>
          </a:ln>
          <a:effectLst/>
        </p:spPr>
        <p:txBody>
          <a:bodyPr lIns="91440" tIns="33927" rIns="33927" bIns="33927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DK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Upsides not included in business case</a:t>
            </a:r>
          </a:p>
        </p:txBody>
      </p:sp>
      <p:sp>
        <p:nvSpPr>
          <p:cNvPr id="1115145" name="Rectangle 9">
            <a:extLst>
              <a:ext uri="{FF2B5EF4-FFF2-40B4-BE49-F238E27FC236}">
                <a16:creationId xmlns:a16="http://schemas.microsoft.com/office/drawing/2014/main" id="{5084D6AE-C312-CB5E-0C1F-AF43D29A8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94" y="1655370"/>
            <a:ext cx="1908764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accent2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193675" indent="-193675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93675" marR="0" lvl="0" indent="-193675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DK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Overall business case</a:t>
            </a:r>
          </a:p>
        </p:txBody>
      </p:sp>
      <p:sp>
        <p:nvSpPr>
          <p:cNvPr id="1115146" name="Rectangle 10">
            <a:extLst>
              <a:ext uri="{FF2B5EF4-FFF2-40B4-BE49-F238E27FC236}">
                <a16:creationId xmlns:a16="http://schemas.microsoft.com/office/drawing/2014/main" id="{0BBD3E83-92EA-0603-FAE6-28733E82F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685" y="1655370"/>
            <a:ext cx="834752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accent2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marL="193675" indent="-193675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93675" marR="0" lvl="0" indent="-193675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DK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Rationale</a:t>
            </a:r>
          </a:p>
        </p:txBody>
      </p:sp>
      <p:sp>
        <p:nvSpPr>
          <p:cNvPr id="1115147" name="Rectangle 11">
            <a:extLst>
              <a:ext uri="{FF2B5EF4-FFF2-40B4-BE49-F238E27FC236}">
                <a16:creationId xmlns:a16="http://schemas.microsoft.com/office/drawing/2014/main" id="{02606876-A96D-6E4C-E752-1F5F4BD8B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685" y="2049104"/>
            <a:ext cx="8248765" cy="76557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lIns="91440" tIns="33927" rIns="91440" bIns="33927" anchor="ctr">
            <a:noAutofit/>
          </a:bodyPr>
          <a:lstStyle>
            <a:lvl1pPr marL="193675" indent="-193675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thinking/rationale behind driver and how it will impact business case]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thinking/rationale behind driver and how it will impact business case]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</a:t>
            </a:r>
          </a:p>
        </p:txBody>
      </p:sp>
      <p:sp>
        <p:nvSpPr>
          <p:cNvPr id="1115148" name="Rectangle 12">
            <a:extLst>
              <a:ext uri="{FF2B5EF4-FFF2-40B4-BE49-F238E27FC236}">
                <a16:creationId xmlns:a16="http://schemas.microsoft.com/office/drawing/2014/main" id="{68AC3658-4B61-2291-D72B-99D9945D0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685" y="2890768"/>
            <a:ext cx="8248765" cy="76557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lIns="91440" tIns="33927" rIns="91440" bIns="33927" anchor="ctr">
            <a:noAutofit/>
          </a:bodyPr>
          <a:lstStyle>
            <a:lvl1pPr marL="193675" indent="-193675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thinking/rationale behind driver and how it will impact business case]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thinking/rationale behind driver and how it will impact business case]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</a:t>
            </a:r>
          </a:p>
        </p:txBody>
      </p:sp>
      <p:sp>
        <p:nvSpPr>
          <p:cNvPr id="1115149" name="Rectangle 13">
            <a:extLst>
              <a:ext uri="{FF2B5EF4-FFF2-40B4-BE49-F238E27FC236}">
                <a16:creationId xmlns:a16="http://schemas.microsoft.com/office/drawing/2014/main" id="{F1CB98D5-928A-CD5D-81B8-546B78698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685" y="3732432"/>
            <a:ext cx="8248765" cy="76557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lIns="91440" tIns="33927" rIns="91440" bIns="33927" anchor="ctr">
            <a:noAutofit/>
          </a:bodyPr>
          <a:lstStyle>
            <a:lvl1pPr marL="193675" indent="-193675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thinking/rationale behind driver and how it will impact business case]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thinking/rationale behind driver and how it will impact business case]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</a:t>
            </a:r>
          </a:p>
        </p:txBody>
      </p:sp>
      <p:sp>
        <p:nvSpPr>
          <p:cNvPr id="1115150" name="Rectangle 14">
            <a:extLst>
              <a:ext uri="{FF2B5EF4-FFF2-40B4-BE49-F238E27FC236}">
                <a16:creationId xmlns:a16="http://schemas.microsoft.com/office/drawing/2014/main" id="{D4930F35-AE8D-2649-4C36-4C5581CEE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685" y="4574096"/>
            <a:ext cx="8248765" cy="76557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lIns="91440" tIns="33927" rIns="91440" bIns="33927" anchor="ctr">
            <a:noAutofit/>
          </a:bodyPr>
          <a:lstStyle>
            <a:lvl1pPr marL="193675" indent="-193675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thinking/rationale behind driver and how it will impact business case]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thinking/rationale behind driver and how it will impact business case]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</a:t>
            </a:r>
          </a:p>
        </p:txBody>
      </p:sp>
      <p:sp>
        <p:nvSpPr>
          <p:cNvPr id="1115151" name="Rectangle 15">
            <a:extLst>
              <a:ext uri="{FF2B5EF4-FFF2-40B4-BE49-F238E27FC236}">
                <a16:creationId xmlns:a16="http://schemas.microsoft.com/office/drawing/2014/main" id="{D823FE14-AFAD-16D7-C784-C5EBD8A1B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685" y="5415759"/>
            <a:ext cx="8248765" cy="76557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txBody>
          <a:bodyPr wrap="square" lIns="91440" tIns="33927" rIns="91440" bIns="33927" anchor="ctr">
            <a:noAutofit/>
          </a:bodyPr>
          <a:lstStyle>
            <a:lvl1pPr marL="193675" indent="-193675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193675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initiatives/upsides not included]</a:t>
            </a:r>
          </a:p>
          <a:p>
            <a:pPr marL="193675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[Insert initiatives/upsides not included]</a:t>
            </a:r>
          </a:p>
          <a:p>
            <a:pPr marL="193675" marR="0" lvl="0" indent="-1936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30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DK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</a:t>
            </a:r>
          </a:p>
        </p:txBody>
      </p:sp>
      <p:sp>
        <p:nvSpPr>
          <p:cNvPr id="1115153" name="Line 17">
            <a:extLst>
              <a:ext uri="{FF2B5EF4-FFF2-40B4-BE49-F238E27FC236}">
                <a16:creationId xmlns:a16="http://schemas.microsoft.com/office/drawing/2014/main" id="{9384FC4D-6162-87B9-6E2C-288C266A57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736" y="2852723"/>
            <a:ext cx="1106676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3927" tIns="33927" rIns="33927" bIns="33927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9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5154" name="Line 18">
            <a:extLst>
              <a:ext uri="{FF2B5EF4-FFF2-40B4-BE49-F238E27FC236}">
                <a16:creationId xmlns:a16="http://schemas.microsoft.com/office/drawing/2014/main" id="{AAD7BC73-B7C8-72FF-AAAB-C65B9E0C3D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736" y="3694387"/>
            <a:ext cx="1106676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0" tIns="33927" rIns="91440" bIns="33927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9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5155" name="Line 19">
            <a:extLst>
              <a:ext uri="{FF2B5EF4-FFF2-40B4-BE49-F238E27FC236}">
                <a16:creationId xmlns:a16="http://schemas.microsoft.com/office/drawing/2014/main" id="{B7309C9F-104E-2ECF-C29F-69DAEDB9C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736" y="4536051"/>
            <a:ext cx="1106676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3927" tIns="33927" rIns="33927" bIns="33927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9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5156" name="Line 20">
            <a:extLst>
              <a:ext uri="{FF2B5EF4-FFF2-40B4-BE49-F238E27FC236}">
                <a16:creationId xmlns:a16="http://schemas.microsoft.com/office/drawing/2014/main" id="{29098B72-2468-3C6F-18CD-9915015C05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736" y="5377715"/>
            <a:ext cx="1106676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3927" tIns="33927" rIns="33927" bIns="33927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96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0EDC8F-F189-AC37-10C3-3E3F2DFF8537}"/>
              </a:ext>
            </a:extLst>
          </p:cNvPr>
          <p:cNvCxnSpPr>
            <a:cxnSpLocks/>
          </p:cNvCxnSpPr>
          <p:nvPr/>
        </p:nvCxnSpPr>
        <p:spPr>
          <a:xfrm>
            <a:off x="566994" y="1914784"/>
            <a:ext cx="2468880" cy="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23C392-E695-7B82-5C24-5642BD57EFEC}"/>
              </a:ext>
            </a:extLst>
          </p:cNvPr>
          <p:cNvCxnSpPr>
            <a:cxnSpLocks/>
          </p:cNvCxnSpPr>
          <p:nvPr/>
        </p:nvCxnSpPr>
        <p:spPr>
          <a:xfrm>
            <a:off x="3363685" y="1914784"/>
            <a:ext cx="8248766" cy="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507;p14">
            <a:extLst>
              <a:ext uri="{FF2B5EF4-FFF2-40B4-BE49-F238E27FC236}">
                <a16:creationId xmlns:a16="http://schemas.microsoft.com/office/drawing/2014/main" id="{9B67FB54-BDC0-D67E-749B-48B5A927F1EF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9093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F90BE4D5-08D2-59F2-0CD5-7181975E1EA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F90BE4D5-08D2-59F2-0CD5-7181975E1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35322D-A95F-C1F4-D59D-01B90C3A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5" y="1706563"/>
            <a:ext cx="4437395" cy="694944"/>
          </a:xfrm>
        </p:spPr>
        <p:txBody>
          <a:bodyPr vert="horz"/>
          <a:lstStyle/>
          <a:p>
            <a:r>
              <a:rPr lang="en-US" sz="4800" dirty="0"/>
              <a:t>Next Steps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BB805-14C4-4924-87EF-2ABC679C3C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PT" dirty="0" err="1"/>
              <a:t>Next</a:t>
            </a:r>
            <a:r>
              <a:rPr lang="pt-PT" dirty="0"/>
              <a:t> Steps</a:t>
            </a:r>
            <a:endParaRPr lang="en-DK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D0342-6445-4D1F-DF3B-044094208C85}"/>
              </a:ext>
            </a:extLst>
          </p:cNvPr>
          <p:cNvSpPr txBox="1">
            <a:spLocks/>
          </p:cNvSpPr>
          <p:nvPr/>
        </p:nvSpPr>
        <p:spPr>
          <a:xfrm>
            <a:off x="5380714" y="1680071"/>
            <a:ext cx="6626620" cy="41248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4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51062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3F25F-5A04-91AE-2502-FECAA8C28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BEB3-0460-A23B-806C-3786D90DC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  <a:endParaRPr lang="en-DK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F309F98-F284-232B-CB63-876D3C9AB2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26FACC-0C63-993F-C18A-04C52EAC6E1E}"/>
              </a:ext>
            </a:extLst>
          </p:cNvPr>
          <p:cNvGrpSpPr/>
          <p:nvPr/>
        </p:nvGrpSpPr>
        <p:grpSpPr>
          <a:xfrm>
            <a:off x="611339" y="1399398"/>
            <a:ext cx="11025925" cy="616444"/>
            <a:chOff x="611339" y="1704199"/>
            <a:chExt cx="11025925" cy="616444"/>
          </a:xfrm>
        </p:grpSpPr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4184FB8E-8A31-5D92-724B-3A41FECAF79B}"/>
                </a:ext>
              </a:extLst>
            </p:cNvPr>
            <p:cNvSpPr/>
            <p:nvPr/>
          </p:nvSpPr>
          <p:spPr>
            <a:xfrm>
              <a:off x="794220" y="1704199"/>
              <a:ext cx="10843044" cy="616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45548" rIns="91106" bIns="45548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Next step #1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D36E46A-E7F0-626A-2DF0-760F42D910A3}"/>
                </a:ext>
              </a:extLst>
            </p:cNvPr>
            <p:cNvSpPr/>
            <p:nvPr/>
          </p:nvSpPr>
          <p:spPr>
            <a:xfrm>
              <a:off x="611339" y="1829541"/>
              <a:ext cx="365760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</a:t>
              </a:r>
              <a:endParaRPr kumimoji="0" lang="en-DK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C773E433-09DD-1CD4-D2B0-529890981AFC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4F0B186-C78B-0D66-FD52-C8DE8ECB1569}"/>
              </a:ext>
            </a:extLst>
          </p:cNvPr>
          <p:cNvGrpSpPr/>
          <p:nvPr/>
        </p:nvGrpSpPr>
        <p:grpSpPr>
          <a:xfrm>
            <a:off x="611339" y="2233089"/>
            <a:ext cx="11026081" cy="616444"/>
            <a:chOff x="611339" y="2464308"/>
            <a:chExt cx="11026081" cy="616444"/>
          </a:xfrm>
        </p:grpSpPr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4FBA9C22-C3C3-0B50-C659-D42822EBA596}"/>
                </a:ext>
              </a:extLst>
            </p:cNvPr>
            <p:cNvSpPr/>
            <p:nvPr/>
          </p:nvSpPr>
          <p:spPr>
            <a:xfrm>
              <a:off x="794220" y="2464308"/>
              <a:ext cx="10843200" cy="616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45548" rIns="91106" bIns="45548" rtlCol="0" anchor="ctr"/>
            <a:lstStyle/>
            <a:p>
              <a:pPr lvl="0">
                <a:defRPr/>
              </a:pPr>
              <a:r>
                <a:rPr lang="en-US" sz="1200" dirty="0">
                  <a:solidFill>
                    <a:srgbClr val="000000"/>
                  </a:solidFill>
                </a:rPr>
                <a:t>Next step #2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A62F24-4B29-20EB-3199-95CAA9D47A18}"/>
                </a:ext>
              </a:extLst>
            </p:cNvPr>
            <p:cNvSpPr/>
            <p:nvPr/>
          </p:nvSpPr>
          <p:spPr>
            <a:xfrm>
              <a:off x="611339" y="2598885"/>
              <a:ext cx="365760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200" b="1" i="0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</a:t>
              </a:r>
              <a:endParaRPr kumimoji="0" lang="en-DK" sz="1200" b="1" i="0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10940AB-EF0D-B44F-A7C6-F03E07DB7E8B}"/>
              </a:ext>
            </a:extLst>
          </p:cNvPr>
          <p:cNvGrpSpPr/>
          <p:nvPr/>
        </p:nvGrpSpPr>
        <p:grpSpPr>
          <a:xfrm>
            <a:off x="611339" y="3066780"/>
            <a:ext cx="11026081" cy="616444"/>
            <a:chOff x="611339" y="3255972"/>
            <a:chExt cx="11026081" cy="616444"/>
          </a:xfrm>
        </p:grpSpPr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9B2D40B1-F71F-CE4F-2D26-5B824675E753}"/>
                </a:ext>
              </a:extLst>
            </p:cNvPr>
            <p:cNvSpPr/>
            <p:nvPr/>
          </p:nvSpPr>
          <p:spPr>
            <a:xfrm>
              <a:off x="794220" y="3255972"/>
              <a:ext cx="10843200" cy="616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45548" rIns="91106" bIns="45548" rtlCol="0" anchor="ctr"/>
            <a:lstStyle/>
            <a:p>
              <a:pPr lvl="0">
                <a:defRPr/>
              </a:pPr>
              <a:r>
                <a:rPr lang="en-US" sz="1200" dirty="0">
                  <a:solidFill>
                    <a:srgbClr val="000000"/>
                  </a:solidFill>
                </a:rPr>
                <a:t>Next step #3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6474867-FE86-4D35-7F86-F1542FC52D12}"/>
                </a:ext>
              </a:extLst>
            </p:cNvPr>
            <p:cNvSpPr/>
            <p:nvPr/>
          </p:nvSpPr>
          <p:spPr>
            <a:xfrm>
              <a:off x="611339" y="3365537"/>
              <a:ext cx="365760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  <a:endParaRPr kumimoji="0" lang="en-DK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B0321BF-26C2-D7F8-750B-8EA99808EA12}"/>
              </a:ext>
            </a:extLst>
          </p:cNvPr>
          <p:cNvGrpSpPr/>
          <p:nvPr/>
        </p:nvGrpSpPr>
        <p:grpSpPr>
          <a:xfrm>
            <a:off x="611339" y="3900471"/>
            <a:ext cx="11026081" cy="616444"/>
            <a:chOff x="611339" y="4016081"/>
            <a:chExt cx="11026081" cy="616444"/>
          </a:xfrm>
        </p:grpSpPr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31EDC6D3-6FED-BE49-B096-9611F2385473}"/>
                </a:ext>
              </a:extLst>
            </p:cNvPr>
            <p:cNvSpPr/>
            <p:nvPr/>
          </p:nvSpPr>
          <p:spPr>
            <a:xfrm>
              <a:off x="794220" y="4016081"/>
              <a:ext cx="10843200" cy="616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45548" rIns="91106" bIns="45548" rtlCol="0" anchor="ctr"/>
            <a:lstStyle/>
            <a:p>
              <a:pPr lvl="0">
                <a:defRPr/>
              </a:pPr>
              <a:r>
                <a:rPr lang="en-US" sz="1200" dirty="0">
                  <a:solidFill>
                    <a:srgbClr val="000000"/>
                  </a:solidFill>
                </a:rPr>
                <a:t>Next step #4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91634D-4853-5A0A-3657-DAB150F5FA84}"/>
                </a:ext>
              </a:extLst>
            </p:cNvPr>
            <p:cNvSpPr/>
            <p:nvPr/>
          </p:nvSpPr>
          <p:spPr>
            <a:xfrm>
              <a:off x="611339" y="4141423"/>
              <a:ext cx="365760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</a:t>
              </a:r>
              <a:endParaRPr kumimoji="0" lang="en-DK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D14A3BC-0F3B-587E-7AFF-E29A5F64FBE6}"/>
              </a:ext>
            </a:extLst>
          </p:cNvPr>
          <p:cNvGrpSpPr/>
          <p:nvPr/>
        </p:nvGrpSpPr>
        <p:grpSpPr>
          <a:xfrm>
            <a:off x="611339" y="4734162"/>
            <a:ext cx="11026081" cy="616444"/>
            <a:chOff x="611339" y="4807746"/>
            <a:chExt cx="11026081" cy="616444"/>
          </a:xfrm>
        </p:grpSpPr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0D88981C-AE61-DDB2-0994-CC7281426CAC}"/>
                </a:ext>
              </a:extLst>
            </p:cNvPr>
            <p:cNvSpPr/>
            <p:nvPr/>
          </p:nvSpPr>
          <p:spPr>
            <a:xfrm>
              <a:off x="794220" y="4807746"/>
              <a:ext cx="10843200" cy="616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45548" rIns="91106" bIns="45548" rtlCol="0" anchor="ctr"/>
            <a:lstStyle/>
            <a:p>
              <a:pPr lvl="0">
                <a:defRPr/>
              </a:pPr>
              <a:r>
                <a:rPr lang="en-US" sz="1200" dirty="0">
                  <a:solidFill>
                    <a:srgbClr val="000000"/>
                  </a:solidFill>
                </a:rPr>
                <a:t>Next step #5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27F1A8D-F54E-40D8-8DC9-894056958B9D}"/>
                </a:ext>
              </a:extLst>
            </p:cNvPr>
            <p:cNvSpPr/>
            <p:nvPr/>
          </p:nvSpPr>
          <p:spPr>
            <a:xfrm>
              <a:off x="611339" y="4933088"/>
              <a:ext cx="365760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5</a:t>
              </a:r>
              <a:endParaRPr kumimoji="0" lang="en-DK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AADE2F3-C98B-8F87-DDBD-AA7EE7DB8DA5}"/>
              </a:ext>
            </a:extLst>
          </p:cNvPr>
          <p:cNvGrpSpPr/>
          <p:nvPr/>
        </p:nvGrpSpPr>
        <p:grpSpPr>
          <a:xfrm>
            <a:off x="611339" y="5567854"/>
            <a:ext cx="11026081" cy="616444"/>
            <a:chOff x="611339" y="5567854"/>
            <a:chExt cx="11026081" cy="61644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01591A1-86C3-50E1-4FDF-58E3C061FB2A}"/>
                </a:ext>
              </a:extLst>
            </p:cNvPr>
            <p:cNvSpPr/>
            <p:nvPr/>
          </p:nvSpPr>
          <p:spPr>
            <a:xfrm>
              <a:off x="794220" y="5567854"/>
              <a:ext cx="10843200" cy="616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0" tIns="45548" rIns="91106" bIns="45548" rtlCol="0" anchor="ctr"/>
            <a:lstStyle/>
            <a:p>
              <a:pPr lvl="0">
                <a:defRPr/>
              </a:pPr>
              <a:r>
                <a:rPr lang="en-US" sz="1200" dirty="0">
                  <a:solidFill>
                    <a:srgbClr val="000000"/>
                  </a:solidFill>
                </a:rPr>
                <a:t>Next step #6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C31B39D-F216-5ED0-47DE-0C753D8AD3C6}"/>
                </a:ext>
              </a:extLst>
            </p:cNvPr>
            <p:cNvSpPr/>
            <p:nvPr/>
          </p:nvSpPr>
          <p:spPr>
            <a:xfrm>
              <a:off x="611339" y="5693196"/>
              <a:ext cx="365760" cy="365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6</a:t>
              </a:r>
              <a:endParaRPr kumimoji="0" lang="en-DK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7789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7262490-324D-8DC1-87F3-E8178141B36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7262490-324D-8DC1-87F3-E8178141B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2AC30EF0-5C81-4A14-5D76-F623614B0C78}"/>
              </a:ext>
            </a:extLst>
          </p:cNvPr>
          <p:cNvGrpSpPr/>
          <p:nvPr/>
        </p:nvGrpSpPr>
        <p:grpSpPr>
          <a:xfrm>
            <a:off x="4881598" y="3174523"/>
            <a:ext cx="2428805" cy="508955"/>
            <a:chOff x="4892827" y="3976777"/>
            <a:chExt cx="2428805" cy="508955"/>
          </a:xfrm>
        </p:grpSpPr>
        <p:sp>
          <p:nvSpPr>
            <p:cNvPr id="13" name="Google Shape;18;p3">
              <a:extLst>
                <a:ext uri="{FF2B5EF4-FFF2-40B4-BE49-F238E27FC236}">
                  <a16:creationId xmlns:a16="http://schemas.microsoft.com/office/drawing/2014/main" id="{BA012076-B4FD-ADE0-A405-981223FCA82B}"/>
                </a:ext>
              </a:extLst>
            </p:cNvPr>
            <p:cNvSpPr/>
            <p:nvPr/>
          </p:nvSpPr>
          <p:spPr>
            <a:xfrm>
              <a:off x="4892827" y="3976777"/>
              <a:ext cx="508955" cy="508955"/>
            </a:xfrm>
            <a:prstGeom prst="roundRect">
              <a:avLst>
                <a:gd name="adj" fmla="val 8043"/>
              </a:avLst>
            </a:prstGeom>
            <a:solidFill>
              <a:srgbClr val="5DCA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2;p3">
              <a:extLst>
                <a:ext uri="{FF2B5EF4-FFF2-40B4-BE49-F238E27FC236}">
                  <a16:creationId xmlns:a16="http://schemas.microsoft.com/office/drawing/2014/main" id="{F656ABFC-6652-278E-4D78-DFB1BB83C290}"/>
                </a:ext>
              </a:extLst>
            </p:cNvPr>
            <p:cNvSpPr txBox="1"/>
            <p:nvPr/>
          </p:nvSpPr>
          <p:spPr>
            <a:xfrm>
              <a:off x="5485632" y="4039230"/>
              <a:ext cx="18360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Arial"/>
                <a:buNone/>
              </a:pPr>
              <a:r>
                <a:rPr lang="en-US" sz="2000" b="0" i="0" u="none" strike="noStrike" cap="none" dirty="0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JML Operations</a:t>
              </a:r>
              <a:endParaRPr sz="20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9;p3">
              <a:extLst>
                <a:ext uri="{FF2B5EF4-FFF2-40B4-BE49-F238E27FC236}">
                  <a16:creationId xmlns:a16="http://schemas.microsoft.com/office/drawing/2014/main" id="{6BB93D8D-AB74-BA02-03B5-1E94DC178944}"/>
                </a:ext>
              </a:extLst>
            </p:cNvPr>
            <p:cNvSpPr txBox="1"/>
            <p:nvPr/>
          </p:nvSpPr>
          <p:spPr>
            <a:xfrm>
              <a:off x="4892827" y="3976777"/>
              <a:ext cx="508955" cy="5089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1E3A5F"/>
                </a:buClr>
                <a:buSzPts val="11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chemeClr val="bg1"/>
                  </a:solidFill>
                  <a:latin typeface="Arial"/>
                  <a:ea typeface="Arial"/>
                  <a:cs typeface="Arial"/>
                  <a:sym typeface="Arial"/>
                </a:rPr>
                <a:t>JML</a:t>
              </a:r>
              <a:endParaRPr sz="14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9987A-858D-5F59-444D-52406EC3C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20000"/>
                </a:schemeClr>
              </a:gs>
            </a:gsLst>
            <a:lin ang="108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54668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1_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3.xml><?xml version="1.0" encoding="utf-8"?>
<a:theme xmlns:a="http://schemas.openxmlformats.org/drawingml/2006/main" name="2_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7585</TotalTime>
  <Words>532</Words>
  <Application>Microsoft Macintosh PowerPoint</Application>
  <PresentationFormat>Widescreen</PresentationFormat>
  <Paragraphs>82</Paragraphs>
  <Slides>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Helvetica Neue</vt:lpstr>
      <vt:lpstr>Segoe UI</vt:lpstr>
      <vt:lpstr>Wingdings</vt:lpstr>
      <vt:lpstr>Slideworks</vt:lpstr>
      <vt:lpstr>1_Slideworks</vt:lpstr>
      <vt:lpstr>2_Slideworks</vt:lpstr>
      <vt:lpstr>think-cell Slide</vt:lpstr>
      <vt:lpstr>PowerPoint Presentation</vt:lpstr>
      <vt:lpstr>Topics for today’s discussion</vt:lpstr>
      <vt:lpstr>Context</vt:lpstr>
      <vt:lpstr>Title 1</vt:lpstr>
      <vt:lpstr>Market Research</vt:lpstr>
      <vt:lpstr>Title 2</vt:lpstr>
      <vt:lpstr>Next Steps</vt:lpstr>
      <vt:lpstr>Next steps</vt:lpstr>
      <vt:lpstr>PowerPoint Presentation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Consulting Proposal Template</dc:title>
  <dc:subject>Consulting project proposal</dc:subject>
  <dc:creator>Slideworks</dc:creator>
  <cp:keywords>project proposal, consulting</cp:keywords>
  <dc:description>Copyright of Slideworks.io. Any unauthorized distribution prohibited. See our full terms and conditions at https://slideworks.io/terms </dc:description>
  <cp:lastModifiedBy>José Maria Livério</cp:lastModifiedBy>
  <cp:revision>246</cp:revision>
  <dcterms:created xsi:type="dcterms:W3CDTF">2025-08-18T08:55:45Z</dcterms:created>
  <dcterms:modified xsi:type="dcterms:W3CDTF">2026-10-10T23:57:47Z</dcterms:modified>
  <cp:category>Management consulting, presentation design, business, proposals</cp:category>
</cp:coreProperties>
</file>